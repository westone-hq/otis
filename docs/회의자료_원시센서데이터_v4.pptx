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OTIS 원시 센서 데이터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금요일 11:00 Zoom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측정 기기: Galaxy S22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1. 원시 데이터란?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필터·Aptp 적용 전, S22 센서가 찍은 기록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가속도(mg) + 소음(dBA) + 시간(tsUs)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파일: raw.txt (샘플 전체 원본)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정리본: raw_summary.txt (통계 요약)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속도·거리 숫자는 raw.txt에 없음 → 앱이 적분으로 계산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정지 시 Raw Z · Gravity Z ≈ 1000mg 이면 수집 정상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2. S22에서 어떻게 수집하나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TYPE_ACCELEROMETER → rawX/Y/Z (중력 포함 원값)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TYPE_GRAVITY → gravityX/Y/Z (중력 추정)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TYPE_LINEAR_ACCELERATION → linearX/Y/Z (중력 제외)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마이크 → noise (dBA)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256Hz = 초당 256번 샘플링 (약 0.0039초 간격)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linear 이벤트 시각 기준으로 raw/gravity도 같은 간격으로 맞춤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개발 용어: 256Hz → 초당 256번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2-1. 수집 코드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Android 센서 3종 + 마이크를 읽어 초당 256샘플로 Flutter에 전달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when (event.sensor.type)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Sensor.TYPE_ACCELEROMETER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rawSample.push(ts, x, y, z)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Sensor.TYPE_GRAVITY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gravitySample.push(ts, x, y, z)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Sensor.TYPE_LINEAR_ACCELERATION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// 이 시각 기준 256Hz 리샘플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Flutter로 보내는 맵: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tsUs, x/y/z(linear), raw*, gravity*, noiseDba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단위: m/s² → mg 변환 후 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3-1. raw.txt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헤더: EVIMP1 / 샘플레이트(256) / 컬럼 설명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한 줄: tsUs | linearX Y Z | noise | rawX Y Z | gravityX Y Z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tsUs: 시간(마이크로초)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linear: 중력 제외 가속도 (진동 계산 재료)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 / gravity: 속도·거리 적분 재료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※ 속도(m/s), 거리(m) 컬럼 없음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3-2. raw_summary.txt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[1] Linear XYZ — min / max / mean / P-P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[2] Raw XYZ — 가속도계 원값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[3] Gravity XYZ — 중력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[4] Motion XYZ — (raw − gravity) 통계 ※ 적분 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[5] 소음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[6] 대표 샘플 몇 줄 (시작·중간·끝)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전체 줄은 raw.txt, 요약·통계는 raw_summary.txt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3-3. 저장 코드 — parse_raw.dart / measurement_repository.dart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측정 종료 시 raw.txt + raw_summary.txt 동시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parse_raw.dart — EVIMP1 직렬화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for (final s in samples)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write(tsUs, linear, noise, raw, gravity);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measurement_repository.dart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save()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raw.txt;          // 원본 전체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raw_summary.txt;  // 통계 정리본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meta.json; write report.pdf;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4. 핵심 코드 위치와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SensorStreamHandler.kt — S22 센서 수집·256Hz 리샘플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sensor_sample.dart — 샘플 모델, motion = raw − gravity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parse_raw.dart — raw.txt 읽기·쓰기 (EVIMP1)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raw_sensor_diagnostics.dart — raw_summary.txt 생성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measurement_repository.dart — 측정 결과·원본 파일 저장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measurement_engine.dart — 분석 파이프라인 (진동/적분 분리)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motion_integrator.dart — motionZ 적분 → 속도·거리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5. 적분에서 나온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raw.txt에는 없고, 앱 결과 화면·report.pdf에 표시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운행 거리 (distance): motionZ 적분 결과 |s| (m)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최대 속도 (maxSpeed): |속도| 중 최댓값 (m/s)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진동 X/Y/Z(6.0/5.5/34.5mg)는 linear+Aptp — 적분과 별개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5-1. 앱 측정 결과 (서일대 3층→10층)</a:t>
            </a:r>
          </a:p>
        </p:txBody>
      </p:sp>
      <p:pic>
        <p:nvPicPr>
          <p:cNvPr id="3" name="Picture 2" descr="app_result_3to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3291840" cy="3836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0" y="10972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측정: 1 · 서일대 · 3층 → 10층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운행 거리: 24.3 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최대 속도: 1.52 m/s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X/Y/Z: 6.0 / 5.5 / 34.5 mg (Aptp)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소음: 65.5 dBA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• 원본: 8,128샘플 · 31.7초 · 256Hz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※ 진동 3개는 적분값 아님 · 거리/속도만 적분 결과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5-2. raw.txt 독립 재계산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동일 raw.txt를 외부에서 motion=raw−gravity + baseline 1초 + Z축 적분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파일: EVIMP1, 256Hz, 8,128샘플, 31.75초 — 정상 인식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baseline motionZ 평균(1초): 14.56 mg → 전체에서 차감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운행 거리: 24.33 m  (앱 24.3 m)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최대 속도: 1.525 m/s  (앱 1.52 m/s)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→ 적분 공식·raw.txt 저장·앱 거리/속도 계산 검증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3층→10층 7개 층 이동 기준 20~35m, 1.3~1.7m/s 범위 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5-3. motion XYZ 통계 (적분 입력값)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 = raw − gravity (baseline 보정 전)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motionX P-P: 189.5 mg  /  motionY P-P: 124.1 mg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motionZ P-P: 1,391.8 mg — 출발·가속·정속·감속 전체 포함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정속 구간 속도 ≈ 1.51 m/s (중간 샘플 기준)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 P-P ≠ 화면 진동값 — 진동은 linear+필터+Aptp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6. 적분 흐름 (코드 설명)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① motionZ = rawZ − gravityZ  (sensor_sample.dart)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② baseline 보정 후 MotionIntegrator.integrate() 호출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③ 가속도(m/s²) → 1번 적분 → 속도 v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④ 속도 v → 1번 적분 → 변위 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⑤ maxSpeed = max(|v|),  distance = |s 마지막|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6-1. motion — sensor_sample.dart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적분 입력: raw와 gravity가 있어야 motion을 만들 수 있음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double get motionZ =&gt;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rawZ != null &amp;&amp; gravityZ !=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? rawZ! - gravityZ!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: z;  // fallback: linear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motion = 실제 움직임 가속도 (중력 제거)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6-2. 파이프라인 — measurement_engine.dart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진동 경로와 속도/거리 경로를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motionSource = raw - gravity;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corrected = baselineCorrection(motionSource);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integ = MotionIntegrator.integrate(corrected);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result.maxSpeed = integ.maxSpeedMs;   // m/s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result.distance = integ.distanceM;    // m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진동은 linear + filter → Aptp (적분 안 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6-3. 적분 — motion_integrator.dart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motionZ 가속도를 시간(dt)으로 두 번 적분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accel[i] = motionZ[i] * mgToMetersPerSecondSquared;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속도 적분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signedSpeed[i] = signedSpeed[i-1] + accel[i] * dt;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maxSpeed = max(|signedSpeed|);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거리 적분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signedPos[i] = signedPos[i-1] + signedSpeed[i] * dt;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distance = |signedPos[last]|;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raw.txt = 센서 원본 (적분값 없음)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속도·거리 = raw−gravity 적분 → 앱·외부 재계산 일치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진동 = linear 필터 후 Aptp (별도 계산)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