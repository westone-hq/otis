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XYZ · 중력 · raw.txt 값 산출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Galaxy S22 · 256Hz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센서 수집 → motion 계산 → 적분 → raw.txt 20열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(저장/메일/UI 코드 제외)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1. raw.txt 한 줄 = 20개 숫자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tsUs — 시간(μs)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linearX/Y/Z — 진동용 (중력 제외)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noiseDba — 소음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rawX/Y/Z — 가속도계 원값 (중력 포함)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gravityX/Y/Z — Android TYPE_GRAVITY 추정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motionX/Y/Z — raw − gravity (중력 보정)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velocityX/Y/Z — motion 적분 → 속도(m/s)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distanceX/Y/Z — velocity 적분 → 거리(m)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단위: 가속도 mg · 속도 m/s · 거리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2. XYZ 수집 — SensorStreamHandler.kt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S22에서 3종 센서를 읽어 256Hz로 맞춘 뒤 Flutter로 Map 전달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8138160" cy="443484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7818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when (event.sensor.type)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TYPE_ACCELEROMETER -&gt; rawSample.push(ts, x,y,z)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TYPE_GRAVITY       -&gt; gravitySample.push(ts, x,y,z)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TYPE_LINEAR_ACCELERATION -&gt; // 256Hz 리샘플 기준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linear 시각에 raw·gravity 보간 후 mg 변환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val sampleMap = mapOf(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"tsUs" to ...,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"x","y","z"       -&gt; linear (진동용),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"rawX","rawY","rawZ" -&gt; 원값,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"gravityX","gravityY","gravityZ" -&gt; 중력,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"noiseDba" to ...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android/.../SensorStreamHandler.kt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3. Dart 수신 — sensor_sample.dart · fromMap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EventChannel Map → SensorSample (X/Y/Z + raw + gravity)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8138160" cy="443484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7818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return SensorSample(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tsUs: timestampUs,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x: map['x'], y: map['y'], z: map['z'],  // linear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noiseDba: map['noiseDba'],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rawX: map['rawX'], rawY: map['rawY'], rawZ: map['rawZ'],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gravityX: map['gravityX'],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gravityY: map['gravityY'],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gravityZ: map['gravityZ'],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lib/domain/measure/sensor_sample.dart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4. 중력 보정 motion — sensor_sample.dart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매 샘플마다 X/Y/Z 각각: motion = raw − gravity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8138160" cy="443484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7818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double get motionX =&gt;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rawX != null &amp;&amp; gravityX != null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? rawX! - gravityX!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: x;   // fallback: linear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double get motionY =&gt; rawY! - gravityY!;  // 동일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double get motionZ =&gt; rawZ! - gravityZ!;  // 동일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예: Z raw≈1014mg, gravity≈1000mg → motion≈14mg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lib/domain/measure/sensor_sample.dart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5. velocity · distance — axis_integration_export.dart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raw.txt 9열(motion~distance) 계산. X/Y/Z 축별 사다리꼴 이중적분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8138160" cy="443484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7818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final motionX = s.motionX;  // raw - gravity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accelX = motionX * 0.00980665;  // mg → m/s²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1차 적분: 속도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velX += (prevAccelX + accelX) * 0.5 * dt;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2차 적분: 거리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distX += (prevVelX + velX) * 0.5 * dt;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// Y, Z도 동일 루프에서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lib/domain/measure/axis_integration_export.dart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맑은 고딕"/>
              </a:rPr>
              <a:t>6. raw.txt 작성 — parse_raw.dart · writeEvimp1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맑은 고딕"/>
              </a:rPr>
              <a:t>센서 샘플 + AxisIntegrationExport 결과를 20열 텍스트로 출력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8138160" cy="4434840"/>
          </a:xfrm>
          <a:prstGeom prst="rect">
            <a:avLst/>
          </a:prstGeom>
          <a:solidFill>
            <a:srgbClr val="F4F6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78181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final rows = AxisIntegrationExport.compute(samples);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buffer.writeln('EVIMP1');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buffer.writeln('256');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buffer.writeln('# columns: tsUs linear... distanceZ');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for (i = 0; i &lt; samples.length; i++) {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write tsUs, linearX/Y/Z, noise,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rawX/Y/Z, gravityX/Y/Z,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row.motionX/Y/Z,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row.velocityX/Y/Z,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row.distanceX/Y/Z;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맑은 고딕"/>
              </a:rPr>
              <a:t>lib/domain/parse_raw.dart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7. 값 흐름 (코드 순서)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① Kotlin: linear + raw + gravity XYZ 수집 (256Hz)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② Dart SensorSample.fromMap — 필드 저장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③ motionX/Y/Z = rawX/Y/Z − gravityX/Y/Z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④ AxisIntegrationExport — motion → velocity → distance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⑤ writeEvimp1 — 20열 raw.txt 문자열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맑은 고딕"/>
              </a:rPr>
              <a:t>0.1초 정리본은 raw.txt를 구간 평균·마지막값으로 재가공 (별도)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맑은 고딕"/>
              </a:rPr>
              <a:t>8. 주의 (앱 화면 거리와 다름)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raw.txt distanceZ ≈ 93m — 검증용 적분 (baseline 없음)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앱 화면 distance ≈ 24m — MotionIntegrator + baseline (별도 코드)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진동 X/Y/Z P-P — linear + 필터 (적분 안 함)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• 이 PPT는 raw.txt 숫자가 나오는 코드만 다룸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864"/>
                </a:solidFill>
                <a:latin typeface="맑은 고딕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맑은 고딕"/>
              </a:rPr>
              <a:t>raw/gravity/linear XYZ → SensorSample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motion = raw − gravity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AxisIntegrationExport → velocity, distance</a:t>
            </a:r>
          </a:p>
          <a:p>
            <a:r>
              <a:rPr sz="1600" b="0">
                <a:solidFill>
                  <a:srgbClr val="555555"/>
                </a:solidFill>
                <a:latin typeface="맑은 고딕"/>
              </a:rPr>
              <a:t>writeEvimp1 → raw.txt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