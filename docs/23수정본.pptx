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76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2109" y="2377440"/>
            <a:ext cx="23278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F3864"/>
                </a:solidFill>
                <a:latin typeface="맑은 고딕"/>
              </a:rPr>
              <a:t>XYZ </a:t>
            </a:r>
            <a:r>
              <a:rPr sz="3200" b="1" dirty="0" err="1">
                <a:solidFill>
                  <a:srgbClr val="1F3864"/>
                </a:solidFill>
                <a:latin typeface="맑은 고딕"/>
              </a:rPr>
              <a:t>센서값</a:t>
            </a:r>
            <a:endParaRPr sz="3200" b="1" dirty="0">
              <a:solidFill>
                <a:srgbClr val="1F386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1. Raw XYZ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폰 가속도계 원값. 중력 포함. raw.txt의 rawX/Y/Z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48056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Sensor.TYPE_ACCELEROMETER -&gt;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rawSample.push(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event.timestamp,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event.values[0],  // 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event.values[1],  // 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event.values[2],  // 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return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256Hz 시각에 보간 → mg 변환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"rawX" to (rawX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"rawY" to (rawY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"rawZ" to (rawZ * MPS2_TO_MG),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2. Gravity XYZ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폰이 추정한 중력. raw.txt의 gravityX/Y/Z (우리가 정하는 숫자 아님)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48056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Sensor.TYPE_GRAVITY -&gt;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gravitySample.push(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event.timestamp,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event.values[0],  // 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event.values[1],  // 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event.values[2],  // 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return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Z축 정지 시 gravityZ ≈ 1000 mg (1g)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"gravityX" to (gravX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"gravityY" to (gravY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"gravityZ" to (gravZ * MPS2_TO_MG),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3. Linear XYZ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폰이 만든 중력 제거 가속도. raw.txt의 linearX/Y/Z. 진동 계산에 사용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48056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333333"/>
                </a:solidFill>
                <a:latin typeface="Consolas"/>
              </a:rPr>
              <a:t>Sensor.TYPE_LINEAR_ACCELERATION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-&gt;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// 이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이벤트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시각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= 256Hz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리샘플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기준</a:t>
            </a:r>
            <a:endParaRPr sz="1100" b="0" dirty="0">
              <a:solidFill>
                <a:srgbClr val="333333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333333"/>
                </a:solidFill>
                <a:latin typeface="Consolas"/>
              </a:rPr>
              <a:t>val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interpX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=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linear.prevX</a:t>
            </a:r>
            <a:endParaRPr sz="1100" b="0" dirty="0">
              <a:solidFill>
                <a:srgbClr val="333333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+ alpha *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linear.currX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-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linear.prevX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// Y, Z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동일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보간</a:t>
            </a:r>
            <a:endParaRPr sz="1100" b="0" dirty="0">
              <a:solidFill>
                <a:srgbClr val="333333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"x" to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interpX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* MPS2_TO_MG),  //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linearX</a:t>
            </a:r>
            <a:endParaRPr sz="1100" b="0" dirty="0">
              <a:solidFill>
                <a:srgbClr val="333333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"y" to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interpY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* MPS2_TO_MG),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"z" to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interpZ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* MPS2_TO_MG),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// Android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내부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: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필터·퓨전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공개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안 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 · lib/.../sensor_sample.dart x,y,z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4. Motion XYZ — sensor_sample.dart (우리 공식)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매 샘플·매 축: Motion = Raw − Gravity. Linear와 별개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48056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── X축 ──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motionX = rawX - gravityX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(raw/gravity 없으면 linear x 사용)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── Y축 ──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motionY = rawY - gravityY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── Z축 ──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motionZ = rawZ - gravityZ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코드: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double get motionX =&gt;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rawX!=null &amp;&amp; gravityX!=null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? rawX! - gravityX! : x;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예: raw 16.27 - gravity 14.88 = 1.39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같은 구간 Linear 평균 = 0.79 (폰 값)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lib/domain/measure/sensor_sample.dart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5. Motion 계산 — 한 샘플 예시 (X축)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코드가 하는 일을 숫자로 풀어 쓴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48056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입력 (폰이 준 값):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rawX     = 16.27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gravityX = 14.88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우리 코드: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motionX = rawX - gravityX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  = 16.27 - 14.88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  =  1.39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비교 (같은 구간):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linearX 평균 = 0.79 mg  ← 폰이 Linear로 준 값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motionX 평균 = 1.39 mg  ← 우리가 Raw−Gravity로 계산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→ 둘 다 “중력 뺀 가속도” 목적, 숫자는 다를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Y축·Z축도 동일: motionY = rawY−gravityY, motionZ = rawZ−gravityZ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651</Words>
  <Application>Microsoft Office PowerPoint</Application>
  <PresentationFormat>화면 슬라이드 쇼(4:3)</PresentationFormat>
  <Paragraphs>87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박희정</cp:lastModifiedBy>
  <cp:revision>4</cp:revision>
  <dcterms:created xsi:type="dcterms:W3CDTF">2013-01-27T09:14:16Z</dcterms:created>
  <dcterms:modified xsi:type="dcterms:W3CDTF">2026-07-23T06:50:56Z</dcterms:modified>
  <cp:category/>
</cp:coreProperties>
</file>