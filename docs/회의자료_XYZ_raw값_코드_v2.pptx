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76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0"/>
            <a:ext cx="420339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 dirty="0">
                <a:solidFill>
                  <a:srgbClr val="1F3864"/>
                </a:solidFill>
                <a:latin typeface="맑은 고딕"/>
              </a:rPr>
              <a:t>XYZ </a:t>
            </a:r>
            <a:r>
              <a:rPr sz="6000" b="1" dirty="0" err="1">
                <a:solidFill>
                  <a:srgbClr val="1F3864"/>
                </a:solidFill>
                <a:latin typeface="맑은 고딕"/>
              </a:rPr>
              <a:t>센서값</a:t>
            </a:r>
            <a:endParaRPr sz="6000" b="1" dirty="0">
              <a:solidFill>
                <a:srgbClr val="1F386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1. Raw XYZ — SensorStreamHandler.kt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[1] 센서 이벤트 → rawSample 버퍼 저장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Sensor.TYPE_ACCELEROMETER -&gt;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rawSample.push(event.timestamp,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event.values[0],  // X → 버퍼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event.values[1],  // Y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event.values[2])  // Z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return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[2] 256Hz 시각 — Linear while 루프 안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val (rawX, rawY, rawZ) =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rawSample.interpolateAt(nextTargetNs)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event.values[0]이 버퍼에 있던 값을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nextTargetNs 시각으로 보간해 rawX 변수 생성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[3] m/s² → mg, Flutter Map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"rawX" to (rawX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"rawY" to (rawY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"rawZ" to (rawZ * MPS2_TO_MG),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android/.../SensorStreamHandler.kt · AxisSample.push / interpolateAt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2. Gravity XYZ — SensorStreamHandler.kt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① 버퍼 저장 → ② 256Hz 시각에 꺼내기 → ③ mg 변환 (Raw와 동일 구조)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[1] 센서 이벤트 → gravitySample 버퍼 저장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Sensor.TYPE_GRAVITY -&gt;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gravitySample.push(event.timestamp,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event.values[0],  // X → 버퍼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event.values[1],  // Y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event.values[2])  // Z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return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[2] 256Hz 시각 — 같은 while 루프 안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val (gravX, gravY, gravZ) =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gravitySample.interpolateAt(nextTargetNs)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[3] m/s² → mg, Flutter Map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"gravityX" to (gravX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"gravityY" to (gravY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"gravityZ" to (gravZ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Z 정지 시 gravityZ ≈ 1000 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android/.../SensorStreamHandler.kt · 우리가 정하는 숫자 아님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3. Linear XYZ — SensorStreamHandler.kt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① 버퍼 저장 → ② 256Hz 보간 → ③ mg 변환 (Raw는 interpolateAt, Linear는 인라인)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[1] Linear 이벤트 → linearSample 버퍼 저장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linearSample.push(currNs, currX, currY, currZ)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currX/Y/Z = event.values[0/1/2]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[2] 256Hz 시각 — while (nextTargetNs &lt;= currNs)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val alpha = (nextTargetNs - prevTs) / (currTs - prevTs)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val interpX = linearSample.prevX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+ alpha * (linearSample.currX - linearSample.prevX)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interpY, interpZ 동일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[3] m/s² → mg, Flutter Map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"x" to (interpX * MPS2_TO_MG),  // linearX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"y" to (interpY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"z" to (interpZ * MPS2_TO_MG),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Android 내부 필터·퓨전 (공개 안 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android/.../SensorStreamHandler.kt · lib/.../sensor_sample.dart x,y,z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4. Motion XYZ — sensor_sample.dart (우리 공식)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Kotlin Map으로 받은 rawX/gravityX(mg) → Dart에서 Motion 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입력: SensorSample.fromMap()으로 이미 mg 단위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 rawX, gravityX ← Kotlin [3]단계에서 전달됨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── X축 ──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motionX = rawX - gravityX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(없으면 linear x 사용)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── Y/Z축 동일 ──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motionY = rawY - gravityY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motionZ = rawZ - gravityZ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double get motionX =&gt;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rawX!=null &amp;&amp; gravityX!=null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? rawX! - gravityX! : x;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예: 16.27 - 14.88 = 1.39 mg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Linear 평균 = 0.79 mg (폰, 별도 채널)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lib/domain/measure/sensor_sample.dart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5. Motion 계산 — 한 샘플 예시 (X축)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코드가 하는 일을 숫자로 풀어 쓴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818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입력 (폰이 준 값):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rawX     = 16.27 mg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gravityX = 14.88 mg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우리 코드: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motionX = rawX - gravityX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  = 16.27 - 14.88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  =  1.39 mg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비교 (같은 구간):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linearX 평균 = 0.79 mg  ← 폰이 Linear로 준 값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motionX 평균 = 1.39 mg  ← 우리가 Raw−Gravity로 계산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→ 둘 다 “중력 뺀 가속도” 목적, 숫자는 다를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Y축·Z축도 동일: motionY = rawY−gravityY, motionZ = rawZ−gravityZ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819</Words>
  <Application>Microsoft Office PowerPoint</Application>
  <PresentationFormat>화면 슬라이드 쇼(4:3)</PresentationFormat>
  <Paragraphs>98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박희정</cp:lastModifiedBy>
  <cp:revision>4</cp:revision>
  <dcterms:created xsi:type="dcterms:W3CDTF">2013-01-27T09:14:16Z</dcterms:created>
  <dcterms:modified xsi:type="dcterms:W3CDTF">2026-07-24T01:28:43Z</dcterms:modified>
  <cp:category/>
</cp:coreProperties>
</file>