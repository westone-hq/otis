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864"/>
                </a:solidFill>
                <a:latin typeface="맑은 고딕"/>
              </a:rPr>
              <a:t>OTIS 센서 원본(raw) — 핵심 코드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맑은 고딕"/>
              </a:rPr>
              <a:t>Galaxy S22 측정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수집 → 저장 → motion → 적분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1. raw.txt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S22 센서가 1초에 256번 찍은 기록 파일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한 줄 = 시간 + linear + 소음 + raw + gravity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linear → 진동 계산용 / raw·gravity → 거리·속도 계산용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※ 거리(m), 속도(m/s)는 파일에 없음 → 앱이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raw_summary.txt = 위 파일의 통계 요약본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2. 수집 코드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설명: S22에서 raw·gravity·linear·소음을 1초에 256번 읽어 앱으로 보냄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8138160" cy="438912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when (event.sensor.type)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TYPE_ACCELEROMETER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rawSample.push(ts, x, y, z)       // raw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TYPE_GRAVITY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gravitySample.push(ts, x, y, z)   // gravity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TYPE_LINEAR_ACCELERATION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linearSample.push(ts, x, y, z)    // linear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// linear 시각 기준 256Hz 리샘플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Flutter로 전달: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tsUs, linearX/Y/Z, rawX/Y/Z,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gravityX/Y/Z, noiseDba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파일: android/.../SensorStreamHandler.kt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3. 저장 코드 — parse_raw.dart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설명: 측정이 끝나면 센서 기록 전체를 raw.txt 파일로 저장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8138160" cy="438912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EVIMP1 형식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EVIMP1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256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# tsUs linearX Y Z noise rawX Y Z gravityX Y Z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for (final s in samples)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write(s.tsUs, s.x, s.y, s.z, s.noiseDba,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s.rawX, s.rawY, s.rawZ,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s.gravityX, s.gravityY, s.gravityZ);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파일: lib/domain/parse_raw.dart, measurement_repository.dart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4. motion — 왜 gravity를 빼나?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raw = 중력 + 엘리베이터 움직임 (합쳐진 값)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gravity = Android가 '중력만' 추정한 값 (우리가 정하는 숫자 아님)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motion = raw − gravity → 중력 빼고 움직임만 남김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가만히 있을 때: raw ≈ gravity → motion ≈ 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motion을 적분해야 거리·속도가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gravity Z ≈ 1000mg (1g) — 휴대폰 세워두었을 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5. motion 코드 — sensor_sample.dart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설명: 매 순간 raw에서 gravity를 빼서 motion(실제 움직임)을 만듦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8138160" cy="438912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double get motionX =&gt;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rawX != null &amp;&amp; gravityX != null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? rawX! - gravityX!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       : x;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double get motionY =&gt; rawY! - gravityY!;  // Y도 동일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double get motionZ =&gt; rawZ! - gravityZ!;  // Z도 동일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motion = raw - gravity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거리·속도는 motionZ를 적분해서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파일: lib/domain/measure/sensor_sample.dart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6. 적분 코드 — motion_integrator.dart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맑은 고딕"/>
              </a:rPr>
              <a:t>설명: motionZ(움직임)를 두 번 적분 → 속도 → 거리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8138160" cy="438912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1) mg → m/s²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accel[i] = motionZ[i] * 0.00980665;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2) 속도 적분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speed[i] = speed[i-1] + accel[i] * dt;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maxSpeed = max(|speed|);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// 3) 거리 적분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pos[i] = pos[i-1] + speed[i] * dt;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onsolas"/>
              </a:rPr>
              <a:t>distance = |pos[last]|;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파일: lib/domain/measure/motion_integrator.dart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7.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① S22 센서 수집 (256Hz) → raw·gravity·linear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② raw.txt 저장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③ motion = raw − gravity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④ motionZ 적분 → 속도·거리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⑤ 진동 X/Y/Z는 linear로 따로 계산 (적분과 별개)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864"/>
                </a:solidFill>
                <a:latin typeface="맑은 고딕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맑은 고딕"/>
              </a:rPr>
              <a:t>raw.txt = 센서 원본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motion = raw − gravity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거리·속도 = motion 적분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