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864"/>
                </a:solidFill>
                <a:latin typeface="맑은 고딕"/>
              </a:rPr>
              <a:t>OTIS 원시 센서 데이터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맑은 고딕"/>
              </a:rPr>
              <a:t>금요일 11:00 Zoom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측정 기기: Galaxy S22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UI 결과값(Aptp)이 아니라 raw 원본 위주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오늘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원시 데이터(raw)가 무엇인지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S22에서 어떻게 수집하는지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raw.txt / raw_summary.txt 구조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핵심 코드 위치와 역할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왜 원본을 따로 남기는지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※ 화면 Aptp(mg 점수) 설명은 이번 자료에서 제외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원시 데이터란?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필터·Aptp 적용 전, 센서가 찍은 기록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파일: raw.txt (샘플 전체)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정리본: raw_summary.txt (min/max/mean/P-P)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단위: 가속도 mg, 소음 dBA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정지 시 Raw Z · Gravity Z ≈ 1000mg이면 수집 정상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S22에서 무엇을 모으나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TYPE_ACCELEROMETER → rawX/Y/Z (중력 포함 원값)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TYPE_GRAVITY → gravityX/Y/Z (중력 추정)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TYPE_LINEAR_ACCELERATION → linearX/Y/Z (중력 제외)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마이크 → noise (dBA)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256Hz = 초당 256번 샘플링 (약 0.0039초 간격)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개발 용어: 256Hz → 초당 256번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raw.txt 한 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tsUs | linearX Y Z | noise | rawX Y Z | gravityX Y Z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tsUs: 시간(마이크로초)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linear: 중력 제외 가속도 (진동 계산 재료)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raw: 가속도계 원값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gravity: 중력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noise: 그 순간 소음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코드 ① 센서 수집 — SensorStreamHandler.kt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역할: Android 센서를 읽어 초당 256샘플로 Flutter에 전달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when (event.sensor.type)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Sensor.TYPE_ACCELEROMETER -&gt;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rawSample.push(ts, x, y, z)      // raw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Sensor.TYPE_GRAVITY -&gt;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gravitySample.push(ts, x, y, z)  // gravity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Sensor.TYPE_LINEAR_ACCELERATION -&gt;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// 이 시각 기준으로 256Hz 리샘플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출력 맵: tsUs, x/y/z(linear), raw*, gravity*, noiseDba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단위 변환: m/s² → mg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코드 ② motion — sensor_sample.dart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역할: 거리/속도용 모션 = raw − gravity (원본에서 유도)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double get motionZ =&gt;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rawZ != null &amp;&amp; gravityZ != null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  ? rawZ! - gravityZ!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  : z;  // fallback: linear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X/Y도 동일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→ 원시 raw/gravity를 저장해야 재계산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코드 ③ raw.txt 저장 — parse_raw.dart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역할: 측정 버퍼 전체를 EVIMP1 파일로 직렬화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EVIMP1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256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# columns: tsUs linearX linearY linearZ noiseDba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#          rawX rawY rawZ gravityX gravityY gravityZ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for (final s in samples)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write(tsUs, linear, noise, raw, gravity)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수천~수만 줄 = 전체 측정 구간 원본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코드 ④ 저장 시점 — measurement_repository.dart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역할: 측정 종료 시 raw.txt + raw_summary.txt 동시 생성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813816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save(result)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write raw.txt          // 샘플 전체 (원본)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write raw_summary.txt  // min/max/mean/P-P 정리본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write meta.json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write report.pdf       // (앱 결과용, 이번 주제 아님)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메일 첨부: raw.txt + raw_summary.txt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raw_summary.txt에 들어가는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[1] Linear XYZ — min / max / mean / P-P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[2] Raw XYZ — 가속도계 원값 통계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[3] Gravity XYZ — 중력 통계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[4] Motion XYZ — raw − gravity 통계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[5] 소음 통계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[6] 대표 샘플 몇 줄 (시작·중간·끝)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전체 줄은 raw.txt, 요약은 raw_summary.txt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원본을 남기는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결과값만 있으면 “왜 이 숫자인지” 검증 불가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raw가 있으면 사무실에서 리플레이·재분석 가능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필터/공식을 바꿔도 재탑승 불필요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값을 깎아 맞추는 방식이 아니라 근거를 남김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코드 파일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android/.../SensorStreamHandler.kt — 센서 수집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lib/domain/measure/sensor_sample.dart — 샘플 / motion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lib/domain/parse_raw.dart — raw.txt 읽기·쓰기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lib/domain/measure/raw_sensor_diagnostics.dart — 정리본 생성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lib/domain/repository/measurement_repository.dart — 저장·메일용 파일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금요일 논의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원본(raw)과 결과값을 분리해 두는 구조 유지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다음: 동일 엘베에서 Lift Check와 동시 측정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폰 거치 방향 통일 (축 매핑)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원본 보면서 천천히 검증하는 방향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864"/>
                </a:solidFill>
                <a:latin typeface="맑은 고딕"/>
              </a:rPr>
              <a:t>핵심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맑은 고딕"/>
              </a:rPr>
              <a:t>raw.txt = 센서 원본 기록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화면 Aptp = 그 이후 가공 결과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 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지금은 원본을 남기고 검증하는 단계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